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11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ОНЛАЙНОВОЙ ИНФОРМАЦИОННОЙ СИСТЕМЫ ДЛЯ ГОРОДСКИХ ТЕЛЕФОННЫХ СЛУЖБ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Курсовая работа по дисциплине «Веб-программирование»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ГорСвязь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r>
              <a:rPr lang="en-US" sz="14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ru-RU" sz="14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Алиев Эмиль</a:t>
            </a:r>
          </a:p>
          <a:p>
            <a:pPr marL="0" indent="0" algn="l">
              <a:buNone/>
            </a:pPr>
            <a:r>
              <a:rPr lang="ru-RU" sz="14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Группа:680.23</a:t>
            </a:r>
          </a:p>
          <a:p>
            <a:pPr marL="0" indent="0" algn="l">
              <a:buNone/>
            </a:pPr>
            <a:r>
              <a:rPr lang="ru-RU" sz="1400" dirty="0" err="1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Преподаватель:Алиев</a:t>
            </a:r>
            <a:r>
              <a:rPr lang="ru-RU" sz="14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Джамиль, Халилов </a:t>
            </a:r>
            <a:r>
              <a:rPr lang="ru-RU" sz="1400" dirty="0" err="1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Мятляб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ПРОЕКТА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</a:t>
            </a:r>
            <a:r>
              <a:rPr lang="en-US" sz="1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онлайновую информационную систему для городских телефонных служб г. Баку на основе HTML, CSS и JavaScript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Изучить технологии HTML5, CSS3 и JavaScript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Спроектировать структуру многостраничного сайта (4 страницы)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Реализовать сайт с поиском, фильтрацией и формой обратной связи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Обеспечить адаптивность для мобильных устройств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Провести тестирование и оценить результаты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ПРИМЕНЁННЫЕ ТЕХНОЛОГИИ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страниц: семантические теги (header, nav, section, footer), таблицы, формы ввода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Оформление: CSS Grid, Flexbox, переменные, медиа-запросы, анимации при наведении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347472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Интерактивность: поиск, фильтрация по категориям, валидация форм, работа с DOM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САЙТА «ГОРСВЯЗЬ»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1965960" cy="3200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Быстрый поиск по базе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Карточки категорий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Экстренные номера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Превью новостей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04872" y="105156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1051560"/>
            <a:ext cx="1965960" cy="3200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04872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04872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directory.html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96312" y="26060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записей служб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Фильтр по категориям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Поиск по запросу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Цветные бейджи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81144" y="105156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81144" y="1051560"/>
            <a:ext cx="1965960" cy="3200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81144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81144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news.html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72584" y="26060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актуальных новостей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Дата и тег категории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Карточки с акцентом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Удобочитаемость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57416" y="105156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57416" y="1051560"/>
            <a:ext cx="1965960" cy="32004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57416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57416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contacts.html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48856" y="26060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Адрес и часы работы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Экстренные номера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Форма обратной связи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Клиентская валидация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ФУНКЦИИ 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070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Мгновенный поиск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названию службы или номеру телефона без перезагрузки страницы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070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по 4 категориям: экстренные, коммунальные, государственные, медицинские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2070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Корректное отображение на компьютерах, планшетах и мобильных телефонах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35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30358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обратной связи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Клиентская валидация полей и подтверждение отправки обращения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35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40480" y="30358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Экстренные номера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доступ к номерам 101, 102, 103, 104 прямо с главной страницы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035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30358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дизайн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CSS-файл обеспечивает одинаковое оформление на всех 4 страницах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КУРСОВОЙ РАБОТЫ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Разработан сайт из 4 страниц с единым дизайном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Справочник содержит 20 записей с поиском и фильтрацией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Реализована адаптивность для мобильных устройств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Использованы HTML5, CSS3, JavaScript без фреймворков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Написана курсовая работа объёмом 25+ страниц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188720"/>
            <a:ext cx="292608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1207008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0" y="120700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сайта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0" y="2194560"/>
            <a:ext cx="292608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212848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766560" y="221284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 в справочнике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3200400"/>
            <a:ext cx="292608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218688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766560" y="321868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385</Words>
  <Application>Microsoft Office PowerPoint</Application>
  <PresentationFormat>On-screen Show (16:9)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ГорСвязь — Курсовая работа</dc:title>
  <dc:subject>PptxGenJS Presentation</dc:subject>
  <dc:creator>PptxGenJS</dc:creator>
  <cp:lastModifiedBy>Ragnarok</cp:lastModifiedBy>
  <cp:revision>2</cp:revision>
  <dcterms:created xsi:type="dcterms:W3CDTF">2026-05-11T11:51:39Z</dcterms:created>
  <dcterms:modified xsi:type="dcterms:W3CDTF">2026-05-11T12:50:31Z</dcterms:modified>
</cp:coreProperties>
</file>